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FEE"/>
                </a:solidFill>
              </a:rPr>
              <a:t>UNIVERSIDAD TECNOLÓGICA DE TULA-TEPEJI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ACDC"/>
                </a:solidFill>
              </a:rPr>
              <a:t>Desarrollo de Software Multiplataforma  |  Base de Datos  |  Grupo: 3DSM G-1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Sistema de Inscripción 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20040" y="1719072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A500"/>
                </a:solidFill>
              </a:rPr>
              <a:t>Cursos Extracurriculares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" y="246888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CFEE"/>
                </a:solidFill>
              </a:rPr>
              <a:t>Caso 4  —  Análisis de Base de Datos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" y="2926080"/>
            <a:ext cx="8503920" cy="36576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0906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</a:rPr>
              <a:t>Equipo: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333756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EFF"/>
                </a:solidFill>
              </a:rPr>
              <a:t>Yaretzi Castro Díaz   ·   Bryan Castillo Morales   ·   Enrique Samuel Mendieta Domínguez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37033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ACDC"/>
                </a:solidFill>
              </a:rPr>
              <a:t>Docente: José Luis Herrera Gallardo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ACDC"/>
                </a:solidFill>
              </a:rPr>
              <a:t>19 de mayo de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Descripción del Problema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4160520" cy="3840480"/>
          </a:xfrm>
          <a:prstGeom prst="rect">
            <a:avLst/>
          </a:prstGeom>
          <a:solidFill>
            <a:srgbClr val="F2F6FC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B4"/>
                </a:solidFill>
              </a:rPr>
              <a:t>SITUACIÓN ACTUAL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3977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Una universidad ofrece cursos extracurriculares como inglés, programación, robótica, fotografía y diseño digital.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Actualmente las inscripciones se hacen con formularios impresos, lo que provoca que la coordinación no sepa cuántos alumnos hay por curso ni qué grupos ya están llenos.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Tampoco existe un mecanismo para detectar si un alumno ya está en otro curso con el mismo horario.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987552"/>
            <a:ext cx="4160520" cy="3840480"/>
          </a:xfrm>
          <a:prstGeom prst="rect">
            <a:avLst/>
          </a:prstGeom>
          <a:solidFill>
            <a:srgbClr val="FFF8E7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0789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</a:rPr>
              <a:t>¿POR QUÉ SE NECESITA UNA BD?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389888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Sin un sistema organizado, los problemas son: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• No saben cuántos lugares quedan por curso.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• Riesgo de inscribir más alumnos de los permitidos (sobrecupo).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• Un alumno podría quedar inscrito en dos cursos al mismo tiempo (empalme de horarios).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• No hay reportes de demanda ni estadísticas para tomar decisiones.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Una base de datos resuelve todo esto al centralizar y validar la información automáticamente.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Necesidades de Información y Usuarios del Sistema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4160520" cy="3840480"/>
          </a:xfrm>
          <a:prstGeom prst="rect">
            <a:avLst/>
          </a:prstGeom>
          <a:solidFill>
            <a:srgbClr val="F2F6FC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DB4"/>
                </a:solidFill>
              </a:rPr>
              <a:t>¿QUÉ INFORMACIÓN SE DEBE ALMACENAR?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3977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Para que el sistema funcione se necesita registrar: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Alumno: matrícula, nombre, carrera, grupo, correo y teléfono. Estos datos identifican de forma única a cada estudiante.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Curso: nombre, descripción, duración, cupo máximo, horario y docente responsable.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Docente: número de empleado, nombre, correo y área de adscripción.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Inscripción: qué alumno, a qué curso, en qué fecha y con qué estado (activa o cancelada).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87552"/>
            <a:ext cx="4160520" cy="3840480"/>
          </a:xfrm>
          <a:prstGeom prst="rect">
            <a:avLst/>
          </a:prstGeom>
          <a:solidFill>
            <a:srgbClr val="FFF8E7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0789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</a:rPr>
              <a:t>¿QUIÉNES USARÍAN EL SISTEMA?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1389888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Alumno: consulta cursos disponibles, se inscribe y puede cancelar su inscripción. Es el usuario principal del sistema.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Coordinación: gestiona los cursos, asigna docentes, controla cupos y genera reportes para tomar decisiones.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Docente: consulta la lista de alumnos inscritos en sus cursos.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Administrador: mantiene el sistema, actualiza catálogos y realiza respaldos de la base de datos.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Entidades / Tablas Propuestas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</a:rPr>
              <a:t>Se identificaron 4 entidades principales. Cada una representa un conjunto de datos del mundo real que el sistema necesita almacenar y relacionar.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4160520" cy="1737360"/>
          </a:xfrm>
          <a:prstGeom prst="rect">
            <a:avLst/>
          </a:prstGeom>
          <a:solidFill>
            <a:srgbClr val="F2F6FC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89888"/>
            <a:ext cx="4160520" cy="347472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264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Alumno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773936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6DB4"/>
                </a:solidFill>
              </a:rPr>
              <a:t>Identifica de forma única a cada estudiante que puede inscribirse.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121408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matricula VARCHAR(20) PK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nombre VARCHAR(100)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carrera VARCHAR(80)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grupo VARCHAR(20)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correo VARCHAR(100)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telefono VARCHAR(15)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389888"/>
            <a:ext cx="4160520" cy="1737360"/>
          </a:xfrm>
          <a:prstGeom prst="rect">
            <a:avLst/>
          </a:prstGeom>
          <a:solidFill>
            <a:srgbClr val="F2F6FC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89888"/>
            <a:ext cx="4160520" cy="347472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4264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Docente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1773936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6DB4"/>
                </a:solidFill>
              </a:rPr>
              <a:t>Permite saber quién imparte cada curso y cómo contactarlo.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2121408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id_docente INT PK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nombre VARCHAR(100)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correo VARCHAR(100)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area VARCHAR(80)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236976"/>
            <a:ext cx="4160520" cy="1737360"/>
          </a:xfrm>
          <a:prstGeom prst="rect">
            <a:avLst/>
          </a:prstGeom>
          <a:solidFill>
            <a:srgbClr val="F2F6FC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236976"/>
            <a:ext cx="4160520" cy="347472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2735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Curso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362102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6DB4"/>
                </a:solidFill>
              </a:rPr>
              <a:t>Contiene toda la info que controla cupo, horario y responsable.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396849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id_curso INT PK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nombre VARCHAR(80)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descripcion TEXT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cupo_maximo INT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horario VARCHAR(60)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id_docente INT FK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3236976"/>
            <a:ext cx="4160520" cy="1737360"/>
          </a:xfrm>
          <a:prstGeom prst="rect">
            <a:avLst/>
          </a:prstGeom>
          <a:solidFill>
            <a:srgbClr val="F2F6FC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3236976"/>
            <a:ext cx="4160520" cy="347472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2735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Inscripcion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00600" y="362102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6DB4"/>
                </a:solidFill>
              </a:rPr>
              <a:t>Tabla puente: une al alumno con el curso y guarda el estado.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396849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id_inscripcion INT PK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matricula VARCHAR(20) FK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id_curso INT FK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fecha_inscripcion DATE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estado ENUM('activa','cancelada')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Relaciones entre los Datos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920240" cy="594360"/>
          </a:xfrm>
          <a:prstGeom prst="rect">
            <a:avLst/>
          </a:prstGeom>
          <a:solidFill>
            <a:srgbClr val="2E6DB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Alumno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77440" y="1280160"/>
            <a:ext cx="228600" cy="0"/>
          </a:xfrm>
          <a:prstGeom prst="line">
            <a:avLst/>
          </a:prstGeom>
          <a:noFill/>
          <a:ln w="3175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95728" y="987552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A500"/>
                </a:solidFill>
              </a:rPr>
              <a:t>1:N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606040" y="987552"/>
            <a:ext cx="1920240" cy="594360"/>
          </a:xfrm>
          <a:prstGeom prst="rect">
            <a:avLst/>
          </a:prstGeom>
          <a:solidFill>
            <a:srgbClr val="2E6DB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98755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Inscripcion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26280" y="1280160"/>
            <a:ext cx="228600" cy="0"/>
          </a:xfrm>
          <a:prstGeom prst="line">
            <a:avLst/>
          </a:prstGeom>
          <a:noFill/>
          <a:ln w="3175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987552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A500"/>
                </a:solidFill>
              </a:rPr>
              <a:t>1:N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54880" y="987552"/>
            <a:ext cx="1920240" cy="594360"/>
          </a:xfrm>
          <a:prstGeom prst="rect">
            <a:avLst/>
          </a:prstGeom>
          <a:solidFill>
            <a:srgbClr val="2E6DB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98755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Curso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75120" y="1280160"/>
            <a:ext cx="228600" cy="0"/>
          </a:xfrm>
          <a:prstGeom prst="line">
            <a:avLst/>
          </a:prstGeom>
          <a:noFill/>
          <a:ln w="31750">
            <a:solidFill>
              <a:srgbClr val="F0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3408" y="987552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A500"/>
                </a:solidFill>
              </a:rPr>
              <a:t>1:N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903720" y="987552"/>
            <a:ext cx="1920240" cy="594360"/>
          </a:xfrm>
          <a:prstGeom prst="rect">
            <a:avLst/>
          </a:prstGeom>
          <a:solidFill>
            <a:srgbClr val="2E6DB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98755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Docente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1691640"/>
            <a:ext cx="8503920" cy="1234440"/>
          </a:xfrm>
          <a:prstGeom prst="rect">
            <a:avLst/>
          </a:prstGeom>
          <a:solidFill>
            <a:srgbClr val="F2F6FC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1755648"/>
            <a:ext cx="83210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• Un Docente puede impartir varios Cursos, pero cada Curso tiene un solo Docente responsable. (1:N)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• Un Alumno puede tener varias Inscripciones (uno por cada curso al que se une). (1:N)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• Un Curso puede tener muchos Alumnos inscritos. La tabla Inscripcion resuelve esta relación muchos a muchos (M:N) entre Alumno y Curso.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0040" y="303580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</a:rPr>
              <a:t>PREGUNTAS GUÍA DEL CASO — RESPONDIDAS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310128"/>
            <a:ext cx="8503920" cy="1481328"/>
          </a:xfrm>
          <a:prstGeom prst="rect">
            <a:avLst/>
          </a:prstGeom>
          <a:solidFill>
            <a:srgbClr val="162B4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383280"/>
            <a:ext cx="8321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EFF"/>
                </a:solidFill>
              </a:rPr>
              <a:t>¿Qué datos identifican a un alumno? → La matrícula es la clave primaria (PK); junto con nombre, carrera, grupo, correo y teléfono forman su perfil único.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DEEFF"/>
                </a:solidFill>
              </a:rPr>
              <a:t>¿Qué información se requiere para controlar el cupo? → El campo cupo_maximo en Curso y el conteo de inscripciones con estado='activa' en Inscripcion. Si el conteo llega al máximo, el sistema rechaza nuevas inscripciones.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DEEFF"/>
                </a:solidFill>
              </a:rPr>
              <a:t>¿Qué pasa si un alumno se inscribe a varios cursos? → Se generan varios registros en Inscripcion (uno por curso). El sistema valida que ninguno de esos cursos tenga el mismo horario antes de aceptar la inscripción.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Consultas Útiles y Conclusión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206240" cy="4041648"/>
          </a:xfrm>
          <a:prstGeom prst="rect">
            <a:avLst/>
          </a:prstGeom>
          <a:solidFill>
            <a:srgbClr val="162B4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961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A500"/>
                </a:solidFill>
              </a:rPr>
              <a:t>¿QUÉ CONSULTAS AYUDARÍAN A LA COORDINACIÓN?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1207008"/>
            <a:ext cx="402336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EFF"/>
                </a:solidFill>
              </a:rPr>
              <a:t>R1 — Cupos disponibles por curso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DEEFF"/>
                </a:solidFill>
              </a:rPr>
              <a:t>Muestra cuántos lugares quedan (cupo_maximo menos inscritos activos).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DEEFF"/>
                </a:solidFill>
              </a:rPr>
              <a:t>R2 — Alumnos inscritos por curso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DEEFF"/>
                </a:solidFill>
              </a:rPr>
              <a:t>Lista nombre, matrícula y carrera de los alumnos con inscripción activa.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DEEFF"/>
                </a:solidFill>
              </a:rPr>
              <a:t>R3 — Cursos con mayor demanda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DEEFF"/>
                </a:solidFill>
              </a:rPr>
              <a:t>Clasifica los cursos de mayor a menor número de inscripciones, para decidir si abrir más grupos.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DEEFF"/>
                </a:solidFill>
              </a:rPr>
              <a:t>R4 — Cursos por docente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DEEFF"/>
                </a:solidFill>
              </a:rPr>
              <a:t>Muestra la carga académica de cada docente.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DEEFF"/>
                </a:solidFill>
              </a:rPr>
              <a:t>R5 — Alumnos con empalme de horario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DEEFF"/>
                </a:solidFill>
              </a:rPr>
              <a:t>Detecta alumnos inscritos en cursos con horarios que se solapan.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804672"/>
            <a:ext cx="4069080" cy="4041648"/>
          </a:xfrm>
          <a:prstGeom prst="rect">
            <a:avLst/>
          </a:prstGeom>
          <a:solidFill>
            <a:srgbClr val="162B44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8961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A500"/>
                </a:solidFill>
              </a:rPr>
              <a:t>CONCLUSIÓN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46320" y="1207008"/>
            <a:ext cx="384048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EFF"/>
                </a:solidFill>
              </a:rPr>
              <a:t>El proceso actual basado en formularios impresos genera errores que una base de datos relacional puede eliminar por completo.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DEEFF"/>
                </a:solidFill>
              </a:rPr>
              <a:t>Las 4 entidades propuestas (Alumno, Docente, Curso e Inscripcion) cubren toda la información del caso y responden directamente a lo que la coordinación necesita.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DEEFF"/>
                </a:solidFill>
              </a:rPr>
              <a:t>✓  Controla cupos en tiempo real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DEEFF"/>
                </a:solidFill>
              </a:rPr>
              <a:t>✓  Detecta y previene empalmes de horario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DEEFF"/>
                </a:solidFill>
              </a:rPr>
              <a:t>✓  Genera reportes automáticos para toma de decisiones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DEEFF"/>
                </a:solidFill>
              </a:rPr>
              <a:t>✓  Permite abrir nuevos grupos basándose en datos reales de demanda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DEEFF"/>
                </a:solidFill>
              </a:rPr>
              <a:t>El análisis previo al diseño es la etapa más importante: entender el problema antes de programar evita errores costosos.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2026-05-21T02:52:38Z</dcterms:created>
  <dcterms:modified xsi:type="dcterms:W3CDTF">2026-05-21T02:52:38Z</dcterms:modified>
</cp:coreProperties>
</file>